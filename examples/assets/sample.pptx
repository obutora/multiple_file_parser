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8AF50E-374D-F7C2-9355-2E5BCB282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2E38FB-D548-FEB5-0D6A-F6DE459B4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027A3D-B534-1C10-1A19-F478B39C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FA20E9-F7B9-BCEF-9349-E06A62E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2ABA95-49D3-B31E-5858-93DA04E3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826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ED04E4-519C-C167-96EE-2D27D1C9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BB36DC-A1AD-9C9A-771A-FA518B388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70E4BC-AA40-9E6F-2AF2-1E3D960D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6DC4E3-F383-4159-DA1C-AF6B0DB0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F0ACB2-9F3E-826A-5510-B13D1EF10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546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3181A2-019F-6524-02C7-4B9BFDC33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0A810B-95FD-3C62-172F-44B334B2C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DB80EB-081F-D8AF-3271-D8703658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027829-A556-0759-A55A-C9E93FEA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779049-5993-2FE1-6CC5-F0926BF9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50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567B01-8A0F-81CD-9B84-A1F54A3C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63F8E7-B454-A3BE-5818-A46CEB10E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B79067-65EA-4D32-3D01-E942217C7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5EADAB-5FCE-E4DA-F569-EB912620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5F124B-FE42-0F35-F912-6D982858D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668D46-9367-92A4-D96B-3DD43A24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1817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612981-1E04-6AAC-CF4B-1A322760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79C01E-AAE9-D92E-C10F-40B524AFF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5AE302-2734-7A87-C179-BA5CB6053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141F582-63D8-2E1B-1D2E-6FD5CCC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27BC3-373B-B91B-1F2F-6BE7ADEABF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F121C59-3EB6-8955-8DC1-4F86B152A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4E1E2B-CA02-0051-A1DC-962386B38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98E14BC-B33D-34B8-7346-B209E5A8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765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2A45BA-A172-33FD-4846-D5A62EF5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8C36DD-597F-FA6D-70C9-7C9B08C6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686E73B-4EDD-F3FE-A748-32C59F7D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945434B-C49B-B068-361D-77AF10E9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27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AADD766-0EFA-3020-BFCE-5E0DD3732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F324E55-ECBF-F92A-3369-C27643B8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6277DE7-ABA8-56EB-EB59-65E3C92C1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324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61634-AA19-283A-A3CC-42FA238D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D8CE36-B9EF-780E-1D87-D2D09CC9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479409-A302-5791-183F-DA3923232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8756CC-7DC5-E208-9C02-9C7035D95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7EBAC8-D433-B59B-46FB-D45A7799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D845744-E80F-8643-9597-BAAE0D8E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046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C76DA-B6EA-2BE5-D183-04FE457C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9BB2045-78CB-0844-6EA6-197F8D0AA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B0B7AF-E79F-D6A3-5D55-5530DEB06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587D06-8F0C-1251-9188-D2F685863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84B8D3-368F-819E-F54D-3D232F16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7D8CAB-95E7-1727-FD68-4E9F933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2980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8FA58-99CF-834D-8AFA-E843CFD6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89C356-AA2E-0062-6AAD-F6157DC23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259BA6-923E-8D7E-6377-8C0FCA7E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F9C785-CF78-5429-62C8-39369F25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AD8B4B-BFA3-B06E-2284-DA679135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6697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9F4DF89-DCB7-7822-C45B-178A21183E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95D214-A8BC-CAF6-7191-2C87D22C6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6604C9-B2CC-020F-460F-AF94EC163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17E4BC-60AB-36FE-563F-E3198C9DD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51D168-4B61-756C-181E-47BAA4774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3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F315FEB-67BB-A628-D420-64A532FCE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CEFCD1-DCAA-CB9C-15BD-577B6123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5DB8B-8E6F-7A96-2658-62DC04BDB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DCE24-9EB9-9C4D-9E5A-05A100484A56}" type="datetimeFigureOut">
              <a:rPr kumimoji="1" lang="ja-JP" altLang="en-US" smtClean="0"/>
              <a:t>2025/11/7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1C85E5-2241-AC2F-1F45-0DF02D037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7BEEEB-4DE6-35CA-D286-263D751A0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C18F8-2A06-F347-8097-577D522E62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578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62541-89A3-7DCE-B6AB-F7481672B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Title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926133-982B-32CB-DDB6-C1F06C508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subtitle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138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C040BE-5E4B-C32D-E644-772C7630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Title page 2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1BE5BB-31F2-F838-58AD-6521A66B7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Body1</a:t>
            </a:r>
          </a:p>
          <a:p>
            <a:r>
              <a:rPr lang="en-US" altLang="ja-JP" dirty="0"/>
              <a:t>Body2</a:t>
            </a:r>
          </a:p>
          <a:p>
            <a:r>
              <a:rPr kumimoji="1" lang="en-US" altLang="ja-JP" dirty="0"/>
              <a:t>body3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624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Macintosh PowerPoint</Application>
  <PresentationFormat>ワイド画面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Title</vt:lpstr>
      <vt:lpstr>Title page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Kunihiko Haga</dc:creator>
  <cp:lastModifiedBy>Kunihiko Haga</cp:lastModifiedBy>
  <cp:revision>1</cp:revision>
  <dcterms:created xsi:type="dcterms:W3CDTF">2025-11-07T05:23:51Z</dcterms:created>
  <dcterms:modified xsi:type="dcterms:W3CDTF">2025-11-07T05:24:28Z</dcterms:modified>
</cp:coreProperties>
</file>